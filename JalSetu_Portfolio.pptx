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05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828800"/>
          </a:xfrm>
          <a:prstGeom prst="rect">
            <a:avLst/>
          </a:prstGeom>
          <a:solidFill>
            <a:srgbClr val="16394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087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1M1B GREEN SKILLS &amp; APPLIED AI FOR CLIMATE ACTION  ·  FINAL PORTFOLIO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09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JalSetu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Bridge — a smart, conjunctive canal-and-groundwater system for the tail end of the Lower Ganga Canal, Prayagraj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mechanical engineering student's account of finding a real problem at home, and building a first answer to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4937760"/>
            <a:ext cx="1481328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67328" y="4937760"/>
            <a:ext cx="1481328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48656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0096" y="4937760"/>
            <a:ext cx="1481328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12864" y="4937760"/>
            <a:ext cx="1481328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99832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85632" y="4937760"/>
            <a:ext cx="1481328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4892040"/>
            <a:ext cx="91440" cy="91440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  ·  Rajkiya Engineering College, Banda  ·  Lower Ganga Canal, Prayagraj,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  ·  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D9603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65109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Canal Runs Dry, the Aquifer Pays for It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GOING 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5257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Lower Ganga Canal falls short at the tail end, farmers do the only thing they can — they drill a tubewell and pump groundwater instead.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Nobody's really managing this as one system. The Irrigation Department runs the canal, the Groundwater Department/CGWB watches the aquifer, and the two never actually talk to each other.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Prayagraj is already flagged as a groundwater-mining hotspot. There's no local sensor watching it closely enough to catch trouble before it sets in.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16002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FEELS THIS, AND WHY IT MATTERS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965960"/>
            <a:ext cx="5257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Tail-end farmers are the ones who actually pay for this — in lost yield and in diesel, every single time the canal comes up short.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 engineers can't fairly police a network that stretches roughly 8,183 km by hand — nobody could.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is already carrying most of UP's irrigation load, so a canal shortfall isn't a separate problem — it's more pressure on the same aquifer everyone shares.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56235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CF1E3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picked this problem:  </a:t>
            </a:r>
            <a:r>
              <a:rPr lang="en-US" sz="12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Lower Ganga Canal's own tail district is Kaushambi, right next to Prayagraj. This isn't a case study I picked off a list — it's the ground I actually live 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6  ·  DISCOVERY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6400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Piece Wasn't Water — It Was Data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92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UP's irrigation already leans on groundwater and tubewells, not canals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1892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8,183 km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57200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branch canal in the LGC network — far too much to watch by hand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83880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0" y="18928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4124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canal and groundwater data is actually shared between the two departments running it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THAT CHANGED MY DIRECTION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40233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went in expecting a water-scarcity problem. What I actually found was an information gap: two departments quietly running one shared hydrological system with no data passing between them. Fixing that data bridge matters more than any single new pump or pipe would.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READ TO GET HERE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CGWB's Dynamic Groundwater Resources Assessment — this is what confirmed Prayagraj as a mining-hotspot district, not just my own assumption.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CSE's State of Groundwater in Uttar Pradesh — the source behind the 84% tubewell-dependency figure above.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Irrigation Department's own canal records — these corrected an early assumption of mine. I'd initially assumed other UP hotspots like Meerut and Agra sat on this same canal network. They don't — they're on entirely separate systems.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6  ·  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6400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System to See a Shortage Coming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links canal-flow sensors and groundwater piezometers to a forecasting model that predicts a deficit 24–48 hours in advance — so a gate can be adjusted before the tail end actually runs dry, instead of after.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7249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AI actually sits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" y="31272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time-series LSTM model reads canal discharge, groundwater depth, and weather data, and outputs a single Predicted Deficit Index — the number everything downstream reacts to.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63640" y="2377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7249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usable, not just clever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92240" y="31272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open proportionally, never just on/off. A person can always override the AI. And if the network drops, it quietly falls back to safe local rules instead of freezing up.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2920" y="4069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 ACTUALLY BUILT WITH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" y="43891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CF1E3"/>
          </a:solidFill>
          <a:ln w="12700">
            <a:solidFill>
              <a:srgbClr val="E092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783080" y="43891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CF1E3"/>
          </a:solidFill>
          <a:ln w="12700">
            <a:solidFill>
              <a:srgbClr val="E092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783080" y="4389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0" y="43891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F1E3"/>
          </a:solidFill>
          <a:ln w="12700">
            <a:solidFill>
              <a:srgbClr val="E092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0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(time-series forecasting)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0" y="43891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CF1E3"/>
          </a:solidFill>
          <a:ln w="12700">
            <a:solidFill>
              <a:srgbClr val="E092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4389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LoRaWAN + MQTT (IoT layer)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02920" y="5029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full-scale design (from earlier stages of this project) also specifies the physical IoT layer — non-contact radar/Doppler sensors and solar-powered regulators. What you'll see demonstrated here is the software decision layer, built end-to-end in Python and plain web code.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6  ·  PROTOTYPE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64922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Command Console You Can Actually Click Through</a:t>
            </a:r>
            <a:endParaRPr lang="en-US" sz="2400" dirty="0"/>
          </a:p>
        </p:txBody>
      </p:sp>
      <p:pic>
        <p:nvPicPr>
          <p:cNvPr id="6" name="Image 1" descr="/home/claude/deck_assets/screenshot_normal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54480"/>
            <a:ext cx="5486400" cy="2743200"/>
          </a:xfrm>
          <a:prstGeom prst="rect">
            <a:avLst/>
          </a:prstGeom>
        </p:spPr>
      </p:pic>
      <p:pic>
        <p:nvPicPr>
          <p:cNvPr id="7" name="Image 2" descr="/home/claude/deck_assets/screenshot_crisi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554480"/>
            <a:ext cx="5486400" cy="2743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43525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OPERATION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172200" y="43525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6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“SIMULATE DRY-SPELL EVENT”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02920" y="46817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you'd actually use it:  </a:t>
            </a:r>
            <a:r>
              <a:rPr lang="en-US" sz="12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JE engineer glances at head-to-tail ratio, groundwater depth, and the AI's forecast in one view. Click Simulate Dry-Spell Event and you can watch it think — flag the risk, recommend a gate change, and log it, live. Switch any gate to manual, and you're back in control instantly.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6  ·  IMPACT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Didn't Just Explain the Logic — I Tested It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235915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Reading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Groundwater Reading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Response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full, groundwater 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(near sensor)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—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empty, groundwater 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(far from sensor)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— fully 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mid-level, groundwater 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~46% — proportional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empty, groundwater stressed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— capped at 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A5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full, groundwater stressed — the one that mattered most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A5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A5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A5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 — opens anyway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last row is the whole point:  </a:t>
            </a:r>
            <a:r>
              <a:rPr lang="en-US" sz="12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watching only the canal would leave that gate shut, because the canal alone looks fine. JalSetu opens it anyway, reacting straight to the aquifer signal — which is really the entire reason this project exists.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GOT STUCK, AND WHAT I DID ABOUT IT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516636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have a real sensor in the ground yet — so before trusting this logic with hardware, I first proved it against the simulated scenarios above.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draft of mine used a groundwater-decline number I'd assumed rather than looked up. It didn't match CGWB's actual data, so I went back and corrected it instead of leaving it in.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9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6  ·  WHAT'S NEXT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7406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59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I'd Take This If I Kept Going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21086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Milestone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7724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Phase 1 pilot on 1–2 distressed minors in Prayagraj, covering roughly 200 ha — putting actual gates on the same decision logic tested here.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340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210860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I'd Need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1772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actual introduction to the UP Irrigation Dept. or Groundwater Dept./CGWB, and a way to plug into funding already committed through Atal Bhujal Yojana and PMKSY.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8388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AF1F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8200" y="19659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846" y="21086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Could Scale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45820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other Lower Ganga Canal districts, across new user groups like FPOs, insurers, and Gram Panchayats — and through the same partnership route above.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JalSetu  |  1M1B Green Skills &amp; Applied AI for Climate Action — Project Portfolio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928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6394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JOURNEY, IN SIX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 real, local gap in Prayagraj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11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1109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 the gap was data, not water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587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587752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 AI layer to see it coming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264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264408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it and got it actually working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941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941064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the logic against 5 scenarios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690872"/>
            <a:ext cx="420624" cy="420624"/>
          </a:xfrm>
          <a:prstGeom prst="ellipse">
            <a:avLst/>
          </a:prstGeom>
          <a:solidFill>
            <a:srgbClr val="E0923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617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4617720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out a real Phase 1 pilot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0" y="64465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Krish ·  Rajkiya Engineering College, Banda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1302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JalSetu — Project Portfolio | 1M1B Green Skills &amp; Applied AI for Climate Action</dc:title>
  <dc:subject>PptxGenJS Presentation</dc:subject>
  <dc:creator>Krish Mishra</dc:creator>
  <cp:lastModifiedBy>Vansh G</cp:lastModifiedBy>
  <cp:revision>2</cp:revision>
  <dcterms:created xsi:type="dcterms:W3CDTF">2026-07-26T18:11:04Z</dcterms:created>
  <dcterms:modified xsi:type="dcterms:W3CDTF">2026-07-27T16:59:07Z</dcterms:modified>
</cp:coreProperties>
</file>